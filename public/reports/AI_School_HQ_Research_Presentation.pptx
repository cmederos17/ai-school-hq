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School HQ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Needs This &amp; Why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Research Brief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Wage Premium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with AI skills earn 56% more than peers doing the same job—up from 25% just one year ago.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3931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single most compelling reason to learn AI: it directly translates to career advancement and earnings.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A: Small Business Owners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 cite lack of skills as their #1 barrier to AI adoption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Only 12% invested in AI training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82% of micro-SMBs say AI is irrelevant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clear learning pathway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They're Ready: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0" y="246888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Understand AI could help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Have budget to invest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Want practical training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pilot: few hours = 10x AI use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B: Everyday Adult Builders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60320" cy="73152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 regularly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C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91840" y="1005840"/>
            <a:ext cx="2560320" cy="73152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0" y="10972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 have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C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005840"/>
            <a:ext cx="2560320" cy="73152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0972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 never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C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tried 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trusted learning path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Courses too technical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Rural (31%) &amp; non-college (24%) lag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Fear of looking incompetent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They're Ready: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246888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54% say skills are critical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Have disposable income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Want practical outcomes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Will complete paid courses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C: High School Students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 use AI for schoolwork—but only 14% of schools teach ethical AI use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Equity Crisis: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formal curriculum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Teachers lack AI training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81% of CS teachers want 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Wealthier districts ahead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They're Ready: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0" y="246888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Using AI daily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Understand it matters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Early adopters benefit most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Future-proof their career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Non-Technical People Want to Learn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20040" cy="320040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024128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252728"/>
            <a:ext cx="6766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AI the right questions. Get reliable answers.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20040" cy="320040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54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572768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Automation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801368"/>
            <a:ext cx="6766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repetitive tasks. Save time every day.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320040" cy="320040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03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121408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 Selection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350008"/>
            <a:ext cx="6766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which tool solves which problem.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651760"/>
            <a:ext cx="320040" cy="320040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51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670048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Thinking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898648"/>
            <a:ext cx="6766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output. Spot bias. Use AI wisely.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320040" cy="320040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218688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Literacy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447288"/>
            <a:ext cx="6766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how data flows. Ask better questions.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Points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2834640"/>
          </a:xfrm>
          <a:prstGeom prst="rect">
            <a:avLst/>
          </a:prstGeom>
          <a:solidFill>
            <a:srgbClr val="2A2845"/>
          </a:solidFill>
          <a:ln w="25400">
            <a:solidFill>
              <a:srgbClr val="7B68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Self-Paced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$197–$497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Completion: 10–15%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volume, low touch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651760" cy="2834640"/>
          </a:xfrm>
          <a:prstGeom prst="rect">
            <a:avLst/>
          </a:prstGeom>
          <a:solidFill>
            <a:srgbClr val="2A2845"/>
          </a:solidFill>
          <a:ln w="38100">
            <a:solidFill>
              <a:srgbClr val="7B6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188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Cohort-Based 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$500–$2K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74720" y="20116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Completion: 85–90%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+ community. Best outcomes.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560320" cy="2834640"/>
          </a:xfrm>
          <a:prstGeom prst="rect">
            <a:avLst/>
          </a:prstGeom>
          <a:solidFill>
            <a:srgbClr val="2A2845"/>
          </a:solidFill>
          <a:ln w="25400">
            <a:solidFill>
              <a:srgbClr val="7B68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188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1554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$2K–$5K+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09360" y="20116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Coaching included. 1-on-1 feedback.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 Higher prices attract committed students who complete and refer others.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Start Here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1417320"/>
          </a:xfrm>
          <a:prstGeom prst="rect">
            <a:avLst/>
          </a:prstGeom>
          <a:solidFill>
            <a:srgbClr val="2A2845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Target: Everyday Adults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workers, freelancers, career-changers. Clearest intent to learn.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3840480" cy="1417320"/>
          </a:xfrm>
          <a:prstGeom prst="rect">
            <a:avLst/>
          </a:prstGeom>
          <a:solidFill>
            <a:srgbClr val="2A2845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097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Course: 10 Weeks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4173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1–2 prompt engineering, 3–4 automation, 5–6 tools, 7–8 critical thinking, 9–10 capstone project.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3840480" cy="1417320"/>
          </a:xfrm>
          <a:prstGeom prst="rect">
            <a:avLst/>
          </a:prstGeom>
          <a:solidFill>
            <a:srgbClr val="2A2845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51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Pricing Strategy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$797 adults, $1,197 SMBs, $297 high school. Position as cohort-based (85–90% completion).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2560320"/>
            <a:ext cx="3840480" cy="1417320"/>
          </a:xfrm>
          <a:prstGeom prst="rect">
            <a:avLst/>
          </a:prstGeom>
          <a:solidFill>
            <a:srgbClr val="2A2845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651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Market Opportunity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29718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300M+ adults need this. 0.1% = 15K students/year. $12–18M ARR.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2026-06-03T00:18:53Z</dcterms:created>
  <dcterms:modified xsi:type="dcterms:W3CDTF">2026-06-03T00:18:53Z</dcterms:modified>
</cp:coreProperties>
</file>